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016000" y="2540000"/>
            <a:ext cx="762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3200" b="true"/>
              <a:t>Q2 Ji Shu Jia Gou Sheng Ji Fang An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3810000"/>
            <a:ext cx="762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600"/>
              <a:t>Proposed by: Infrastructure Team  |  Date: 2024-03-01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800" b="true"/>
              <a:t>Current Pain Points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1524000"/>
            <a:ext cx="7112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/>
          <a:p>
            <a:pPr>
              <a:buFont typeface="Arial"/>
              <a:buChar char="•"/>
            </a:pPr>
            <a:r>
              <a:rPr lang="en-US" sz="1400"/>
              <a:t>Monolithic Spring Boot 2.7 app — deployment takes 12 minutes, cannot scale per-module</a:t>
            </a:r>
          </a:p>
          <a:p>
            <a:pPr>
              <a:buFont typeface="Arial"/>
              <a:buChar char="•"/>
            </a:pPr>
            <a:r>
              <a:rPr lang="en-US" sz="1400"/>
              <a:t>MySQL 5.7 single instance — no HA, 45-minute RTO after crash in Jan 2024 incident</a:t>
            </a:r>
          </a:p>
          <a:p>
            <a:pPr>
              <a:buFont typeface="Arial"/>
              <a:buChar char="•"/>
            </a:pPr>
            <a:r>
              <a:rPr lang="en-US" sz="1400"/>
              <a:t>Elasticsearch 7.x cluster overloaded — 80% CPU at peak, query timeout 30% of requests</a:t>
            </a:r>
          </a:p>
          <a:p>
            <a:pPr>
              <a:buFont typeface="Arial"/>
              <a:buChar char="•"/>
            </a:pPr>
            <a:r>
              <a:rPr lang="en-US" sz="1400"/>
              <a:t>Manual CI/CD (Jenkins freestyle jobs) — no canary, no rollback, 3 deploy incidents in Q1</a:t>
            </a:r>
          </a:p>
          <a:p>
            <a:pPr>
              <a:buFont typeface="Arial"/>
              <a:buChar char="•"/>
            </a:pPr>
            <a:r>
              <a:rPr lang="en-US" sz="1400"/>
              <a:t>Logs scattered across 8 EC2 instances — grep-based troubleshooting takes 30+ min avg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800" b="true"/>
              <a:t>Technology Stack Comparison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35000" y="1397000"/>
          <a:ext cx="7874000" cy="3810000"/>
        </p:xfrm>
        <a:graphic>
          <a:graphicData uri="http://schemas.openxmlformats.org/drawingml/2006/table">
            <a:tbl>
              <a:tblPr/>
              <a:tblGrid>
                <a:gridCol w="1270000"/>
                <a:gridCol w="1270000"/>
                <a:gridCol w="1270000"/>
                <a:gridCol w="12700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/>
                        <a:t>Component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/>
                        <a:t>Current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/>
                        <a:t>Proposed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/>
                        <a:t>Benefit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Backend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Spring Boot 2.7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Spring Boot 3.3 + GraalVM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Startup &lt; 1s, 50% less memory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Database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MySQL 5.7 Single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MySQL 8.0 InnoDB Cluster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RTO &lt; 30s, RPO = 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Cache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Redis 6 Single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Redis 7 Cluster (3 nodes)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99.99% availability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Search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Elasticsearch 7.x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Elasticsearch 8.x + BM25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40% better relevance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Deploy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Jenkins Freestyle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GitHub Actions + ArgoCD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Canary + auto-rollback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800" b="true"/>
              <a:t>Migration Phases (8 Weeks)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1524000"/>
            <a:ext cx="7112000" cy="444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400"/>
              <a:t>Phase 1 (Week 1-2): MySQL 8.0 upgrade + InnoDB Cluster setup — run in parallel, cutover on weekend</a:t>
            </a:r>
          </a:p>
          <a:p>
            <a:pPr>
              <a:buFont typeface="Arial"/>
              <a:buChar char="•"/>
            </a:pPr>
            <a:r>
              <a:rPr lang="en-US" sz="1400"/>
              <a:t>Phase 2 (Week 3-4): Spring Boot 3.3 migration — javax → jakarta, Spring Security 6, virtual threads</a:t>
            </a:r>
          </a:p>
          <a:p>
            <a:pPr>
              <a:buFont typeface="Arial"/>
              <a:buChar char="•"/>
            </a:pPr>
            <a:r>
              <a:rPr lang="en-US" sz="1400"/>
              <a:t>Phase 3 (Week 5-6): Elasticsearch 8.x upgrade + index reindexing — zero-downtime with aliases</a:t>
            </a:r>
          </a:p>
          <a:p>
            <a:pPr>
              <a:buFont typeface="Arial"/>
              <a:buChar char="•"/>
            </a:pPr>
            <a:r>
              <a:rPr lang="en-US" sz="1400"/>
              <a:t>Phase 4 (Week 7): Redis Cluster deployment + session migration — rolling restart, no session loss</a:t>
            </a:r>
          </a:p>
          <a:p>
            <a:pPr>
              <a:buFont typeface="Arial"/>
              <a:buChar char="•"/>
            </a:pPr>
            <a:r>
              <a:rPr lang="en-US" sz="1400"/>
              <a:t>Phase 5 (Week 8): CI/CD pipeline overhaul — GitHub Actions + ArgoCD + Datadog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